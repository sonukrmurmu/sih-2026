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63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6469F65-6532-4766-AD14-680275BA6A32}">
          <p14:sldIdLst>
            <p14:sldId id="256"/>
            <p14:sldId id="263"/>
            <p14:sldId id="258"/>
            <p14:sldId id="259"/>
            <p14:sldId id="260"/>
            <p14:sldId id="261"/>
            <p14:sldId id="262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2ABC1A-B8C9-4D09-84BA-BE016EAEE4A5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0F612-5456-4D3B-9C49-961888B67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41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0F612-5456-4D3B-9C49-961888B676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28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43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1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050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8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9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9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15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18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13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19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95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1984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34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85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51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03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3BF99-F348-4177-8378-DA8A84922D5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8FC1B-D842-46A1-827D-6E5F96E2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6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8535D-5BCF-18F1-C5C0-A78494FE1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5019" y="1115340"/>
            <a:ext cx="9448800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MS Excel Charts</a:t>
            </a:r>
            <a:br>
              <a:rPr lang="en-US" b="1" dirty="0"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endParaRPr lang="en-US" b="1" dirty="0">
              <a:solidFill>
                <a:schemeClr val="accent5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2B4ED-6197-E139-4E40-97FEAEA42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515" y="2578297"/>
            <a:ext cx="9448800" cy="1701405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Representing data Graphically</a:t>
            </a:r>
          </a:p>
        </p:txBody>
      </p:sp>
    </p:spTree>
    <p:extLst>
      <p:ext uri="{BB962C8B-B14F-4D97-AF65-F5344CB8AC3E}">
        <p14:creationId xmlns:p14="http://schemas.microsoft.com/office/powerpoint/2010/main" val="250700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D8CF-F033-9051-A782-C18555B35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1300" y="110496"/>
            <a:ext cx="8610600" cy="1293028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What is chart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46BA3-83B9-5AF7-2981-F85FC2455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13" y="1620570"/>
            <a:ext cx="7905939" cy="456190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Charts in MS Excel are used to make a graphical representation of any set of data.</a:t>
            </a:r>
          </a:p>
          <a:p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 chart is a visual representation of data in which the data is represented by symbols.</a:t>
            </a:r>
          </a:p>
          <a:p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Common symbols include bars in a bar chart or continuous lines in a line chart.</a:t>
            </a:r>
          </a:p>
          <a:p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Navigation: You can easily find the Charts group under the Insert tab in the Ribbon.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5743CF-C2B8-6A4B-4973-48713A724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852" y="1808430"/>
            <a:ext cx="352059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89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81796-F221-6D0F-B202-C8B91C6B1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806" y="0"/>
            <a:ext cx="10820399" cy="1036276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Excel chart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9518E-C8DC-7705-7412-34A9A6D92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138" y="1321806"/>
            <a:ext cx="11452633" cy="5187635"/>
          </a:xfrm>
        </p:spPr>
        <p:txBody>
          <a:bodyPr/>
          <a:lstStyle/>
          <a:p>
            <a:pPr algn="l"/>
            <a:r>
              <a:rPr lang="en-US" dirty="0"/>
              <a:t>            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Column Chart </a:t>
            </a:r>
            <a:r>
              <a:rPr lang="en-US" dirty="0"/>
              <a:t>                                   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Bar Chart</a:t>
            </a:r>
          </a:p>
          <a:p>
            <a:pPr algn="l"/>
            <a:r>
              <a:rPr lang="en-US" dirty="0"/>
              <a:t>   </a:t>
            </a:r>
          </a:p>
          <a:p>
            <a:pPr algn="l"/>
            <a:r>
              <a:rPr lang="en-US" dirty="0"/>
              <a:t>            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Line Chart                                            Area Chart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        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Pie Chart                                              XY (Scatter) Chart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        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Doughnut Chart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       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5B90C2B3-D6C1-2072-421F-3135C2D31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91" y="1321806"/>
            <a:ext cx="374208" cy="450867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DA7F8811-0A8C-6311-CE63-6A077FCB2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91" y="2064993"/>
            <a:ext cx="374208" cy="51751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68C7E74E-979F-F1FC-3A16-18298B5A2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895" y="2978133"/>
            <a:ext cx="497508" cy="450867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C3DAE5ED-B359-EB23-78A8-4AE2E4E2E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491" y="3890177"/>
            <a:ext cx="435320" cy="450867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AC41AA70-6BF7-7BFF-DE6D-C5DACC1CF9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0457" y="1338930"/>
            <a:ext cx="374207" cy="387572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D098CFD7-A911-9876-3556-42127D0F21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0768" y="2092005"/>
            <a:ext cx="473584" cy="490498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A0A8A172-DF8F-717D-309C-20F56A7FFC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0768" y="3036602"/>
            <a:ext cx="473584" cy="39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580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6EC8D-8E7F-A3E1-A5E6-CBE7FBDE9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626" y="248326"/>
            <a:ext cx="8610600" cy="1293028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Column chart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77719C7-17B7-6054-F95F-71986F1AC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691" y="2438400"/>
            <a:ext cx="7497618" cy="3306620"/>
          </a:xfrm>
        </p:spPr>
        <p:txBody>
          <a:bodyPr/>
          <a:lstStyle/>
          <a:p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Inter Light"/>
              </a:rPr>
              <a:t>A column chart typically displays the categories along the 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Inter"/>
              </a:rPr>
              <a:t>horizontal (category) axis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Inter Light"/>
              </a:rPr>
              <a:t>.</a:t>
            </a:r>
          </a:p>
          <a:p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Inter Light"/>
              </a:rPr>
              <a:t>The values are measured and displayed along the 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Inter"/>
              </a:rPr>
              <a:t>vertical (value) axis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Inter Light"/>
              </a:rPr>
              <a:t>. It is highly effective for showing data changes over a period of time or for illustrating comparisons.</a:t>
            </a:r>
          </a:p>
          <a:p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EC85BCD-D2FB-1D82-EC9C-D58A273E0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807" y="2438400"/>
            <a:ext cx="4315217" cy="275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86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E001-8DE5-A913-E3B7-4C4914588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946" y="450337"/>
            <a:ext cx="8610600" cy="1293028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Bar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B2A8B-0987-58D0-250A-6FF5EB03E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540" y="2398587"/>
            <a:ext cx="6651896" cy="4009076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Bar chart illustrate comparisons among individual items ,functionally similarly to column chart but showing data horizontally</a:t>
            </a:r>
          </a:p>
          <a:p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 a bar chart ,the categories are organized along the vertical axis and the values are organized along the horizontal axis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33705-016F-1789-96F1-6DA3EC8FA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034" y="2329396"/>
            <a:ext cx="4536035" cy="298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62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26E02-BAF5-34D6-A9EB-277CA4CBC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412" y="85364"/>
            <a:ext cx="8610600" cy="1293028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Line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85EFD-81CE-D09E-EDC9-1D292CDB7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3070" y="1950116"/>
            <a:ext cx="7239754" cy="4024125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Line Charts can show continuous data over time on an evenly scaled axis</a:t>
            </a:r>
          </a:p>
          <a:p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Therefore , they are ideal for showing trends in data at equal intervals, such as months, quarters .</a:t>
            </a:r>
          </a:p>
          <a:p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Each point on the line corresponds to a specific value at a given interval, and the connecting lines illustrate the direction and rate of change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072A7-069E-6670-37E3-214333646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0527"/>
            <a:ext cx="4535786" cy="298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537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3C3C-11FA-012E-99C5-0F66C2DC3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642" y="375074"/>
            <a:ext cx="8610600" cy="1293028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Pie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A07AD-B489-A248-50E9-077673061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70" y="2067811"/>
            <a:ext cx="7326517" cy="4024125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 pie chart represents data as a circle, where the whole circle accounts for 100 percent.</a:t>
            </a:r>
          </a:p>
          <a:p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Pie charts shows the size of items in one data series, strictly proportional to the sum of  items.</a:t>
            </a:r>
          </a:p>
          <a:p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data points in a pie chart are visually shown as a percentage of the whole pie 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A48121-0E6D-E6E7-62D5-151A146A0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301" y="2067811"/>
            <a:ext cx="3732129" cy="270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717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6F548-6270-9352-D5B6-FEAC454F9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519930"/>
            <a:ext cx="8610600" cy="1293028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Xy (scatter)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576C7-93BC-E208-F8FB-7333AD22D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Inter"/>
              </a:rPr>
              <a:t>Purpose &amp; Application: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
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Inter Light"/>
              </a:rPr>
              <a:t> XY (Scatter) charts are typically used for showing and comparing numeric values like scientific, statistical, and engineering data.</a:t>
            </a:r>
          </a:p>
          <a:p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Inter"/>
              </a:rPr>
              <a:t>Structure: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
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Inter Light"/>
              </a:rPr>
              <a:t> A scatter chart distinctly has two value axes: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
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Inter Light"/>
              </a:rPr>
              <a:t> • Horizontal (X) value axis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
</a:t>
            </a:r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  <a:latin typeface="Inter Light"/>
              </a:rPr>
              <a:t> • Vertical (Y) value axis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AB3138-81A8-3EAE-7323-AD2514206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780" y="3176721"/>
            <a:ext cx="4625858" cy="304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35883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664E4-B7C7-171C-F860-DEDFA3E0E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7560" y="219049"/>
            <a:ext cx="9448800" cy="1825096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D7337-EC5E-99D8-28F0-75EFA3C2B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3160" y="6293920"/>
            <a:ext cx="9448800" cy="685800"/>
          </a:xfrm>
        </p:spPr>
        <p:txBody>
          <a:bodyPr/>
          <a:lstStyle/>
          <a:p>
            <a:r>
              <a:rPr lang="en-US" dirty="0"/>
              <a:t>                                                                          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3F17B-6EB5-9E9A-D6D8-D1F08261497D}"/>
              </a:ext>
            </a:extLst>
          </p:cNvPr>
          <p:cNvSpPr txBox="1"/>
          <p:nvPr/>
        </p:nvSpPr>
        <p:spPr>
          <a:xfrm>
            <a:off x="5424536" y="2361016"/>
            <a:ext cx="63374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Presented by Sonu Kumar Murmu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101185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135</TotalTime>
  <Words>388</Words>
  <Application>Microsoft Office PowerPoint</Application>
  <PresentationFormat>Widescreen</PresentationFormat>
  <Paragraphs>47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Century Gothic</vt:lpstr>
      <vt:lpstr>Inter</vt:lpstr>
      <vt:lpstr>Inter Light</vt:lpstr>
      <vt:lpstr>Segoe UI Semibold</vt:lpstr>
      <vt:lpstr>Vapor Trail</vt:lpstr>
      <vt:lpstr> MS Excel Charts </vt:lpstr>
      <vt:lpstr>What is chart ?</vt:lpstr>
      <vt:lpstr>Excel chart types</vt:lpstr>
      <vt:lpstr>Column chart</vt:lpstr>
      <vt:lpstr>Bar chart</vt:lpstr>
      <vt:lpstr>Line chart</vt:lpstr>
      <vt:lpstr>Pie chart</vt:lpstr>
      <vt:lpstr>Xy (scatter) chart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sonukrmurmu</dc:creator>
  <cp:lastModifiedBy>sonukrmurmu</cp:lastModifiedBy>
  <cp:revision>5</cp:revision>
  <dcterms:created xsi:type="dcterms:W3CDTF">2026-07-27T13:52:58Z</dcterms:created>
  <dcterms:modified xsi:type="dcterms:W3CDTF">2026-07-27T16:08:28Z</dcterms:modified>
</cp:coreProperties>
</file>